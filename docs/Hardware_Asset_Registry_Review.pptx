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A1E4-C6F7-BC3F-076D-BFC8AD868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8AD5F-7A7C-C7F2-398A-61A548184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75986-21F4-10E1-F479-18E318A6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5E65-8644-1020-DAF6-5AFA10B3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1C009-14FD-313D-6C95-97D9369E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5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657E-AF66-4119-352E-DFD845AD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09CA-1A4B-6676-16A3-6E77DE88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E2C5-BA41-21B2-C02A-6405929D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F0ECB-F210-15F5-C959-733D39C5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CF74C-D7B7-EB42-7B22-F0C3C7BB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CAD-160C-37F0-83C9-28AAE27A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90948-51AB-4263-AEF9-6937A98F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9D72-819B-20A5-AF81-77978821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ADC9-E317-4B28-C6B0-5474F4A8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7FE79-824B-C8B2-2DAF-628FEF81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04A2-7B4E-460B-96FF-B245DE61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4C7B-8997-29A6-BE41-ACCF0650E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1ED7C-FCD7-4F1A-1DBD-BD68C7453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7136B-39F0-9549-5BB8-CE6CE01D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91218-F365-26DA-A2C5-0BDD4B5A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C8B0E-45E3-836C-F8B8-9A89BCF0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D08D-1216-5429-8F63-4386FD425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3E45B-089D-3D25-7882-6662F534B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ADE92-C7AA-3614-1E88-FE8474B1C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752E7-B9C8-100E-0D2D-94CF6B665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3FF4FF-7781-B62E-25E4-C07F0357D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4D326-8EDB-3017-143D-104F31D4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DD5E8-4EB8-E1CF-CF76-139603DC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D1BF8B-2126-D99B-A694-E311956E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3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8DFF-C661-A631-5D22-EE7A5748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93208-4D28-197C-48A3-7D4ABA5E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9ED2D-9FD2-A752-27B0-8B199BE7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E910D-BDA0-93EF-0E49-DCD3C7FD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9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8CCAE1-D92D-39C6-1CD2-5C4273DD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4659F-B6CF-0EF4-29CA-EC903286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2A797-1EBD-8BE4-5BD2-3B2D6814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7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CF70-92E4-4C25-5A64-884957C8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9F372-4F8F-5494-8942-9FD91BAC9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E1F28-A2E4-63FF-1543-5D8DF8E8C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2916B-7B80-827E-5A10-4B9F9511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37034-7966-A2B4-4AD5-63430474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A6123-D600-2CBC-4B3C-AD215273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8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701C-AD6D-9E95-E3DE-17C7FBF6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D82D7-91E6-04A7-CDB4-90502E322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94375-DA93-B8F6-E41D-10AB14473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12596-0057-706D-088C-4840D87C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4DEBC-D499-5439-D4E6-81F43EC9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EFBA-81A7-ECC4-880D-98F3CA3D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7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9BDC-3009-CDC7-7008-7FC4786E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07512-4039-3550-ED07-A36C06F87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406C2-DA0F-5218-E823-C2BFA056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0ACF5-C1F6-10E1-6088-2B3ADDE4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584E-2A10-AE31-0191-F7692171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0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CD47B-F706-EE03-E85C-4F2876B8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5D2D6-A08F-1BA8-A194-1A4D24C4F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0AE2E-A26F-FDB1-99F6-0F696D9C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A740-9818-D5A3-FD58-CBB7FDE3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54BA-C641-8A4E-913B-C6357FB8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8A5AE-4B1C-298E-4046-F94B6672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3BD9A-98B7-1E38-0954-8E3B3E8AE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AA67F-968A-B786-BC50-8318CF220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1C350-4A7A-4324-932E-AD51647E5F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4A5B-BDCD-8367-3D63-1E0C2193D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50E2B-A517-6AE2-7F57-755CDCBF6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A9CEB-C07E-4351-BC64-91CFE038C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5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F2B6-01B7-2B6A-8D3E-7CD6AEF0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–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FD984-52BE-E044-586B-D8C7247D7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“Hardware Asset Registry – </a:t>
            </a:r>
          </a:p>
          <a:p>
            <a:r>
              <a:rPr lang="en-US" dirty="0"/>
              <a:t>Data Quality, </a:t>
            </a:r>
          </a:p>
          <a:p>
            <a:r>
              <a:rPr lang="en-US" dirty="0"/>
              <a:t>Security </a:t>
            </a:r>
          </a:p>
          <a:p>
            <a:r>
              <a:rPr lang="en-US" dirty="0"/>
              <a:t>&amp; Risk Review”</a:t>
            </a:r>
          </a:p>
        </p:txBody>
      </p:sp>
    </p:spTree>
    <p:extLst>
      <p:ext uri="{BB962C8B-B14F-4D97-AF65-F5344CB8AC3E}">
        <p14:creationId xmlns:p14="http://schemas.microsoft.com/office/powerpoint/2010/main" val="73061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5970-B78A-FB8D-DC0B-02F07D1E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–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DEDF-3087-D1C5-DB53-CC10648C1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accurate inventory + security posture matter (downtime, compliance, audit).</a:t>
            </a:r>
          </a:p>
        </p:txBody>
      </p:sp>
    </p:spTree>
    <p:extLst>
      <p:ext uri="{BB962C8B-B14F-4D97-AF65-F5344CB8AC3E}">
        <p14:creationId xmlns:p14="http://schemas.microsoft.com/office/powerpoint/2010/main" val="484526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28D0-AA1E-CBA2-8605-CCE29927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– Test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116F-2C24-F134-61DC-71FDCA11E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Diagram:</a:t>
            </a:r>
          </a:p>
          <a:p>
            <a:r>
              <a:rPr lang="en-US" dirty="0"/>
              <a:t> CSV → Python validation → XML config → Excel dashboard → Reports.</a:t>
            </a:r>
          </a:p>
        </p:txBody>
      </p:sp>
    </p:spTree>
    <p:extLst>
      <p:ext uri="{BB962C8B-B14F-4D97-AF65-F5344CB8AC3E}">
        <p14:creationId xmlns:p14="http://schemas.microsoft.com/office/powerpoint/2010/main" val="27169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7858-1921-EE55-C882-5884A543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– Inventory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16572-DAFD-900E-AA2A-61864807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assets, status distribution chart.</a:t>
            </a:r>
          </a:p>
        </p:txBody>
      </p:sp>
    </p:spTree>
    <p:extLst>
      <p:ext uri="{BB962C8B-B14F-4D97-AF65-F5344CB8AC3E}">
        <p14:creationId xmlns:p14="http://schemas.microsoft.com/office/powerpoint/2010/main" val="296866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50A7-B5B8-F28C-3983-5140B434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– Security &amp; risk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ED1B86-FF5A-D427-1552-090CC1F71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075" y="2919435"/>
            <a:ext cx="96842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sensitive assets.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of non-compliant patches.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risk score by business function (chart).</a:t>
            </a:r>
          </a:p>
        </p:txBody>
      </p:sp>
    </p:spTree>
    <p:extLst>
      <p:ext uri="{BB962C8B-B14F-4D97-AF65-F5344CB8AC3E}">
        <p14:creationId xmlns:p14="http://schemas.microsoft.com/office/powerpoint/2010/main" val="369482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15BC-2BA0-6967-4312-238E8650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– Financial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F95373-4264-5842-3400-02C9150671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87847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replacement cost, insurance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High-maintenance or high-energy assets.</a:t>
            </a:r>
          </a:p>
        </p:txBody>
      </p:sp>
    </p:spTree>
    <p:extLst>
      <p:ext uri="{BB962C8B-B14F-4D97-AF65-F5344CB8AC3E}">
        <p14:creationId xmlns:p14="http://schemas.microsoft.com/office/powerpoint/2010/main" val="290444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C04A-B39E-20BE-F31D-FD7FAFAD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– Key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8B27-CD78-99B7-8CE1-379CCE1AE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list of top 3–5 findings.</a:t>
            </a:r>
          </a:p>
        </p:txBody>
      </p:sp>
    </p:spTree>
    <p:extLst>
      <p:ext uri="{BB962C8B-B14F-4D97-AF65-F5344CB8AC3E}">
        <p14:creationId xmlns:p14="http://schemas.microsoft.com/office/powerpoint/2010/main" val="186441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2AE3C-197F-6BAB-6F6E-CA022195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 – Recommendations &amp;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8CAA-4C8B-2757-39FD-5C57C9DCE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cleanup, </a:t>
            </a:r>
          </a:p>
          <a:p>
            <a:r>
              <a:rPr lang="en-US" dirty="0"/>
              <a:t>process changes, </a:t>
            </a:r>
          </a:p>
          <a:p>
            <a:r>
              <a:rPr lang="en-US"/>
              <a:t>automation schedule.</a:t>
            </a:r>
          </a:p>
        </p:txBody>
      </p:sp>
    </p:spTree>
    <p:extLst>
      <p:ext uri="{BB962C8B-B14F-4D97-AF65-F5344CB8AC3E}">
        <p14:creationId xmlns:p14="http://schemas.microsoft.com/office/powerpoint/2010/main" val="3563382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 – Title</vt:lpstr>
      <vt:lpstr>2 – Context</vt:lpstr>
      <vt:lpstr>3 – Test workflow</vt:lpstr>
      <vt:lpstr>4 – Inventory overview</vt:lpstr>
      <vt:lpstr>5 – Security &amp; risk</vt:lpstr>
      <vt:lpstr>6 – Financial impact</vt:lpstr>
      <vt:lpstr>7 – Key issues</vt:lpstr>
      <vt:lpstr>8 – Recommendations &amp;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Bharti</dc:creator>
  <cp:lastModifiedBy>Madhu Bharti</cp:lastModifiedBy>
  <cp:revision>1</cp:revision>
  <dcterms:created xsi:type="dcterms:W3CDTF">2026-05-16T05:17:42Z</dcterms:created>
  <dcterms:modified xsi:type="dcterms:W3CDTF">2026-05-16T05:23:17Z</dcterms:modified>
</cp:coreProperties>
</file>